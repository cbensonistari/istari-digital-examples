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3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A5E6-DD52-4B2F-8D99-9E0BA3A5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0EC68-4A26-494F-9CFC-D6DE8BC56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 ipsum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tortor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fringilla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eget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cursus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posuere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sem.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Suspendisse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cursus nisi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purus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lacinia, vel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luctus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odio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dapibus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dictum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congue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Nullam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scelerisque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mi 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rhoncus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pellentesque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9814F-D94C-48A1-967A-086C8F50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E2C6E-054D-45F2-BAB4-BC112A6C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D6300-5F0A-47BC-B6A4-890E4B73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386664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45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Arial</vt:lpstr>
      <vt:lpstr>Avenir Next LT Pro</vt:lpstr>
      <vt:lpstr>Calibri</vt:lpstr>
      <vt:lpstr>Tw Cen MT</vt:lpstr>
      <vt:lpstr>ShapesVTI</vt:lpstr>
      <vt:lpstr>FREE TEST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