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2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7213-4D87-4654-8ABC-AFB9D4D1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17FF0-EFF9-4C33-A2E8-F1EC2930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Vivamus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auctor, tempus et mi. Vestibulum ligula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viverra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cursus,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Vestibulum cursus ex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cursus. Cras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2928-1727-4ECA-A25A-4B11FF33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8488-792D-49FA-A605-6114214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FC2E-425E-4DFB-AADF-81E966E0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4696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128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