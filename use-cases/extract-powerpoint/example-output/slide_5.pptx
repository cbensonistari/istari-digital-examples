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3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EF2B-5A9A-4F17-8EBF-80A97E2F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E3FB-8BD0-4855-9A64-41B3978B8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ac dui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ligula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ipsum,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porttitor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auctor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7EB8-8A24-43AD-94FC-683B7C12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9ADFA-D74C-4EC7-A202-A4971A76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DD13-4874-435E-A054-04E57435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71099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154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Arial</vt:lpstr>
      <vt:lpstr>Avenir Next LT Pro</vt:lpstr>
      <vt:lpstr>Calibri</vt:lpstr>
      <vt:lpstr>Tw Cen MT</vt:lpstr>
      <vt:lpstr>ShapesVTI</vt:lpstr>
      <vt:lpstr>FREE TEST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