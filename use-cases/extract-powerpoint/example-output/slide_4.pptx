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6"/>
  </p:notesMasterIdLst>
  <p:sldIdLst>
    <p:sldId id="383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9/3/20XX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D92B8-BC4C-411A-A833-D0355A977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67D0F-53A6-4394-AE8B-B61844781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Vestibulum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Vestibulum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imperdiet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eros.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Etiam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condimentum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hendrerit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turpis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hendrerit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dui sed,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dignissim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lorem.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rhoncus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Nam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ornare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porta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euismod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ligula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nec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rhoncus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efficitur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Nam cursus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vehicula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Etiam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efficitur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bibendum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vitae,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190BE-5146-48B3-A2C8-C3FE3B2A1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FTD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C1153-5E4E-46FF-9D00-768B8AABA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FREE TEST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5F50-7777-47F3-8950-2001AA38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018326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Shapes presentation</Template>
  <TotalTime>0</TotalTime>
  <Words>107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Open Sans</vt:lpstr>
      <vt:lpstr>Arial</vt:lpstr>
      <vt:lpstr>Avenir Next LT Pro</vt:lpstr>
      <vt:lpstr>Calibri</vt:lpstr>
      <vt:lpstr>Tw Cen MT</vt:lpstr>
      <vt:lpstr>ShapesVTI</vt:lpstr>
      <vt:lpstr>FREE TEST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TEST DATA</dc:title>
  <dc:creator>Hafiz Muhammad  Ahmad -0044</dc:creator>
  <cp:lastModifiedBy>office@workspaces.tools.istari.app</cp:lastModifiedBy>
  <cp:revision>49</cp:revision>
  <dcterms:created xsi:type="dcterms:W3CDTF">2021-05-11T14:32:44Z</dcterms:created>
  <dcterms:modified xsi:type="dcterms:W3CDTF">2026-02-28T06:39:25Z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