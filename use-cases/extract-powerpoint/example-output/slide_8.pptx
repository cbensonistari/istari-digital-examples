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64FBD-C429-4C64-BE24-DA806F97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224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FTD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46C52-DFAB-4F2B-AD36-D23C2D2A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FREE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726E-CB03-4756-856F-4069BB33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711" y="6356350"/>
            <a:ext cx="22601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2DBE7500-0D5B-43E2-BC3A-09886E633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87" y="228600"/>
            <a:ext cx="696157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9259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Tw Cen MT</vt:lpstr>
      <vt:lpstr>ShapesVTI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